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68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_1/3 Far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DF0A73D3-FBC1-4D47-8543-A11BA3B4DC28}"/>
              </a:ext>
            </a:extLst>
          </p:cNvPr>
          <p:cNvSpPr/>
          <p:nvPr/>
        </p:nvSpPr>
        <p:spPr>
          <a:xfrm>
            <a:off x="0" y="0"/>
            <a:ext cx="12192000" cy="23129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28800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6F4CBBA1-954F-4A35-A14D-1D851EF8E326}"/>
              </a:ext>
            </a:extLst>
          </p:cNvPr>
          <p:cNvSpPr txBox="1"/>
          <p:nvPr/>
        </p:nvSpPr>
        <p:spPr>
          <a:xfrm>
            <a:off x="-1776413" y="479425"/>
            <a:ext cx="1576388" cy="1323975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de-DE" altLang="de-DE" sz="1000" b="1"/>
              <a:t>Institutslogo:</a:t>
            </a:r>
          </a:p>
          <a:p>
            <a:pPr eaLnBrk="1" hangingPunct="1">
              <a:buFontTx/>
              <a:buChar char="-"/>
              <a:defRPr/>
            </a:pPr>
            <a:r>
              <a:rPr lang="de-DE" altLang="de-DE" sz="1000"/>
              <a:t>Dateiformat: PNG in RGB</a:t>
            </a:r>
          </a:p>
          <a:p>
            <a:pPr eaLnBrk="1" hangingPunct="1">
              <a:buFontTx/>
              <a:buChar char="-"/>
              <a:defRPr/>
            </a:pPr>
            <a:r>
              <a:rPr lang="de-DE" altLang="de-DE" sz="1000"/>
              <a:t>Skalieren auf</a:t>
            </a:r>
          </a:p>
          <a:p>
            <a:pPr eaLnBrk="1" hangingPunct="1">
              <a:defRPr/>
            </a:pPr>
            <a:r>
              <a:rPr lang="de-DE" altLang="de-DE" sz="1000"/>
              <a:t>     Höhe: 2,26 cm</a:t>
            </a:r>
          </a:p>
          <a:p>
            <a:pPr eaLnBrk="1" hangingPunct="1">
              <a:defRPr/>
            </a:pPr>
            <a:r>
              <a:rPr lang="de-DE" altLang="de-DE" sz="1000"/>
              <a:t>     (Breite variiert je nach   </a:t>
            </a:r>
          </a:p>
          <a:p>
            <a:pPr eaLnBrk="1" hangingPunct="1">
              <a:defRPr/>
            </a:pPr>
            <a:r>
              <a:rPr lang="de-DE" altLang="de-DE" sz="1000"/>
              <a:t>     Schutzraum)</a:t>
            </a:r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3852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384000" y="2980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Grafik 7" descr="Ein Bild, das Objekt enthält.&#10;&#10;Mit hoher Zuverlässigkeit generierte Beschreibung">
            <a:extLst>
              <a:ext uri="{FF2B5EF4-FFF2-40B4-BE49-F238E27FC236}">
                <a16:creationId xmlns:a16="http://schemas.microsoft.com/office/drawing/2014/main" id="{19A859E0-99BD-4462-A66E-7FFF62E401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9094" y="6044400"/>
            <a:ext cx="2910019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0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_1/3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7">
            <a:extLst>
              <a:ext uri="{FF2B5EF4-FFF2-40B4-BE49-F238E27FC236}">
                <a16:creationId xmlns:a16="http://schemas.microsoft.com/office/drawing/2014/main" id="{965939E9-23E5-4822-9F20-1E5729CD1F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8"/>
            <a:ext cx="12192000" cy="229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C54D22BF-B1FC-40F1-832A-3AB19A24FBCE}"/>
              </a:ext>
            </a:extLst>
          </p:cNvPr>
          <p:cNvSpPr txBox="1"/>
          <p:nvPr/>
        </p:nvSpPr>
        <p:spPr>
          <a:xfrm>
            <a:off x="-1703388" y="495300"/>
            <a:ext cx="1439863" cy="1477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b="1" dirty="0">
                <a:latin typeface="+mn-lt"/>
                <a:ea typeface="+mn-ea"/>
              </a:rPr>
              <a:t>Bild zuschneiden unter: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latin typeface="+mn-lt"/>
                <a:ea typeface="+mn-ea"/>
              </a:rPr>
              <a:t>Format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latin typeface="+mn-lt"/>
                <a:ea typeface="+mn-ea"/>
              </a:rPr>
              <a:t>Zuschneiden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 err="1">
                <a:latin typeface="+mn-lt"/>
                <a:ea typeface="+mn-ea"/>
              </a:rPr>
              <a:t>Zuschneidewerkzeug</a:t>
            </a:r>
            <a:r>
              <a:rPr lang="de-DE" sz="1000" dirty="0">
                <a:latin typeface="+mn-lt"/>
                <a:ea typeface="+mn-ea"/>
              </a:rPr>
              <a:t> horizontal bis zur ersten oder zweiten Linie ziehen</a:t>
            </a:r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3840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384000" y="2980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Grafik 6" descr="Ein Bild, das Objekt enthält.&#10;&#10;Mit hoher Zuverlässigkeit generierte Beschreibung">
            <a:extLst>
              <a:ext uri="{FF2B5EF4-FFF2-40B4-BE49-F238E27FC236}">
                <a16:creationId xmlns:a16="http://schemas.microsoft.com/office/drawing/2014/main" id="{CCAD97C0-27D9-4A7C-82D4-A17FE9DE90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9094" y="6044400"/>
            <a:ext cx="2910019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113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_2/3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690C6E24-94B2-4220-99A9-3818B4A91586}"/>
              </a:ext>
            </a:extLst>
          </p:cNvPr>
          <p:cNvSpPr txBox="1"/>
          <p:nvPr/>
        </p:nvSpPr>
        <p:spPr>
          <a:xfrm>
            <a:off x="-1703388" y="495300"/>
            <a:ext cx="1439863" cy="1477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b="1" dirty="0">
                <a:latin typeface="+mn-lt"/>
                <a:ea typeface="+mn-ea"/>
              </a:rPr>
              <a:t>Bild zuschneiden unter: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latin typeface="+mn-lt"/>
                <a:ea typeface="+mn-ea"/>
              </a:rPr>
              <a:t>Format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latin typeface="+mn-lt"/>
                <a:ea typeface="+mn-ea"/>
              </a:rPr>
              <a:t>Zuschneiden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 err="1">
                <a:latin typeface="+mn-lt"/>
                <a:ea typeface="+mn-ea"/>
              </a:rPr>
              <a:t>Zuschneidewerkzeug</a:t>
            </a:r>
            <a:r>
              <a:rPr lang="de-DE" sz="1000" dirty="0">
                <a:latin typeface="+mn-lt"/>
                <a:ea typeface="+mn-ea"/>
              </a:rPr>
              <a:t> horizontal bis zur ersten oder zweiten Linie ziehen</a:t>
            </a:r>
          </a:p>
        </p:txBody>
      </p:sp>
      <p:pic>
        <p:nvPicPr>
          <p:cNvPr id="5" name="Grafik 9">
            <a:extLst>
              <a:ext uri="{FF2B5EF4-FFF2-40B4-BE49-F238E27FC236}">
                <a16:creationId xmlns:a16="http://schemas.microsoft.com/office/drawing/2014/main" id="{E3EF9CEB-A41E-45D4-A833-3E2B3393FD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453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itle 1"/>
          <p:cNvSpPr>
            <a:spLocks noGrp="1"/>
          </p:cNvSpPr>
          <p:nvPr>
            <p:ph type="ctrTitle"/>
          </p:nvPr>
        </p:nvSpPr>
        <p:spPr>
          <a:xfrm>
            <a:off x="384000" y="473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384000" y="5230801"/>
            <a:ext cx="11484000" cy="81281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Grafik 6" descr="Ein Bild, das Objekt enthält.&#10;&#10;Mit hoher Zuverlässigkeit generierte Beschreibung">
            <a:extLst>
              <a:ext uri="{FF2B5EF4-FFF2-40B4-BE49-F238E27FC236}">
                <a16:creationId xmlns:a16="http://schemas.microsoft.com/office/drawing/2014/main" id="{75A3AB05-F813-4AC6-9044-5F0DA7A3C8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9094" y="6044400"/>
            <a:ext cx="2910019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629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FCEC0078-E1D4-4A54-B33E-F7A0F4720198}"/>
              </a:ext>
            </a:extLst>
          </p:cNvPr>
          <p:cNvCxnSpPr/>
          <p:nvPr/>
        </p:nvCxnSpPr>
        <p:spPr>
          <a:xfrm>
            <a:off x="360363" y="604043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3840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384000" y="2980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6" name="Grafik 5" descr="Ein Bild, das Objekt enthält.&#10;&#10;Mit hoher Zuverlässigkeit generierte Beschreibung">
            <a:extLst>
              <a:ext uri="{FF2B5EF4-FFF2-40B4-BE49-F238E27FC236}">
                <a16:creationId xmlns:a16="http://schemas.microsoft.com/office/drawing/2014/main" id="{D05B0B5C-83F5-4414-B2AA-037B41B9C7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9094" y="6044400"/>
            <a:ext cx="2910019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319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_mittig, horizontale Li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r Verbinder 7">
            <a:extLst>
              <a:ext uri="{FF2B5EF4-FFF2-40B4-BE49-F238E27FC236}">
                <a16:creationId xmlns:a16="http://schemas.microsoft.com/office/drawing/2014/main" id="{D5D0E2FC-3DC5-4EA0-A175-0B1CC51FC78A}"/>
              </a:ext>
            </a:extLst>
          </p:cNvPr>
          <p:cNvCxnSpPr/>
          <p:nvPr/>
        </p:nvCxnSpPr>
        <p:spPr>
          <a:xfrm>
            <a:off x="392113" y="303688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3840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384000" y="3196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6" name="Grafik 5" descr="Ein Bild, das Objekt enthält.&#10;&#10;Mit hoher Zuverlässigkeit generierte Beschreibung">
            <a:extLst>
              <a:ext uri="{FF2B5EF4-FFF2-40B4-BE49-F238E27FC236}">
                <a16:creationId xmlns:a16="http://schemas.microsoft.com/office/drawing/2014/main" id="{813E6BA0-BACC-4066-A4A7-81433711D3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9094" y="6044400"/>
            <a:ext cx="2910019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378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_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373038" y="1684800"/>
            <a:ext cx="11484000" cy="31932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797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2"/>
          </p:nvPr>
        </p:nvSpPr>
        <p:spPr>
          <a:xfrm>
            <a:off x="383117" y="1684801"/>
            <a:ext cx="11484000" cy="375126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4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_Text_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7">
            <a:extLst>
              <a:ext uri="{FF2B5EF4-FFF2-40B4-BE49-F238E27FC236}">
                <a16:creationId xmlns:a16="http://schemas.microsoft.com/office/drawing/2014/main" id="{25821BAF-A998-441B-8191-CE326EE1E9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7375" y="1684338"/>
            <a:ext cx="3635375" cy="398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platzhalter 11"/>
          <p:cNvSpPr>
            <a:spLocks noGrp="1"/>
          </p:cNvSpPr>
          <p:nvPr>
            <p:ph type="body" sz="quarter" idx="14"/>
          </p:nvPr>
        </p:nvSpPr>
        <p:spPr>
          <a:xfrm>
            <a:off x="383117" y="1684800"/>
            <a:ext cx="7560000" cy="3985955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0154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_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7">
            <a:extLst>
              <a:ext uri="{FF2B5EF4-FFF2-40B4-BE49-F238E27FC236}">
                <a16:creationId xmlns:a16="http://schemas.microsoft.com/office/drawing/2014/main" id="{668FF3C9-89D1-4793-A0F8-160C43D2C7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63" y="1152525"/>
            <a:ext cx="11480800" cy="398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383117" y="5359401"/>
            <a:ext cx="11484000" cy="49953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90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1878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_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24"/>
          <p:cNvSpPr>
            <a:spLocks noGrp="1"/>
          </p:cNvSpPr>
          <p:nvPr>
            <p:ph type="body" sz="quarter" idx="1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FontTx/>
              <a:buNone/>
              <a:defRPr sz="2000" b="1"/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iagrammplatzhalter 8"/>
          <p:cNvSpPr>
            <a:spLocks noGrp="1"/>
          </p:cNvSpPr>
          <p:nvPr>
            <p:ph type="chart" sz="quarter" idx="13"/>
          </p:nvPr>
        </p:nvSpPr>
        <p:spPr>
          <a:xfrm>
            <a:off x="383117" y="1684800"/>
            <a:ext cx="11484000" cy="36322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noProof="0"/>
              <a:t>Click icon to add chart</a:t>
            </a:r>
            <a:endParaRPr lang="de-DE" noProof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6468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b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C3FBA6D-D185-4E65-BA58-F6D60A8CDCD2}"/>
              </a:ext>
            </a:extLst>
          </p:cNvPr>
          <p:cNvSpPr txBox="1">
            <a:spLocks/>
          </p:cNvSpPr>
          <p:nvPr/>
        </p:nvSpPr>
        <p:spPr>
          <a:xfrm>
            <a:off x="382588" y="2487613"/>
            <a:ext cx="11483975" cy="107950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ct val="90000"/>
              </a:lnSpc>
              <a:defRPr/>
            </a:pPr>
            <a:r>
              <a:rPr lang="de-DE" altLang="de-DE" sz="3200" b="1">
                <a:solidFill>
                  <a:schemeClr val="tx2"/>
                </a:solidFill>
              </a:rPr>
              <a:t>Vielen Dank</a:t>
            </a:r>
            <a:br>
              <a:rPr lang="de-DE" altLang="de-DE" sz="3200" b="1">
                <a:solidFill>
                  <a:schemeClr val="tx2"/>
                </a:solidFill>
              </a:rPr>
            </a:br>
            <a:r>
              <a:rPr lang="de-DE" altLang="de-DE" sz="3200" b="1">
                <a:solidFill>
                  <a:schemeClr val="tx2"/>
                </a:solidFill>
              </a:rPr>
              <a:t>für Ihre Aufmerksamkeit</a:t>
            </a:r>
            <a:endParaRPr lang="en-US" altLang="de-DE" sz="3200" b="1">
              <a:solidFill>
                <a:schemeClr val="tx2"/>
              </a:solidFill>
            </a:endParaRPr>
          </a:p>
        </p:txBody>
      </p:sp>
      <p:cxnSp>
        <p:nvCxnSpPr>
          <p:cNvPr id="5" name="Gerader Verbinder 11">
            <a:extLst>
              <a:ext uri="{FF2B5EF4-FFF2-40B4-BE49-F238E27FC236}">
                <a16:creationId xmlns:a16="http://schemas.microsoft.com/office/drawing/2014/main" id="{7EAD0A55-458C-461C-8A98-FB757E9F4A7E}"/>
              </a:ext>
            </a:extLst>
          </p:cNvPr>
          <p:cNvCxnSpPr/>
          <p:nvPr/>
        </p:nvCxnSpPr>
        <p:spPr>
          <a:xfrm>
            <a:off x="360363" y="604043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platzhalter 24"/>
          <p:cNvSpPr>
            <a:spLocks noGrp="1"/>
          </p:cNvSpPr>
          <p:nvPr>
            <p:ph type="body" sz="quarter" idx="11"/>
          </p:nvPr>
        </p:nvSpPr>
        <p:spPr>
          <a:xfrm>
            <a:off x="384000" y="3988800"/>
            <a:ext cx="11484000" cy="165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/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fik 5" descr="Ein Bild, das Objekt enthält.&#10;&#10;Mit hoher Zuverlässigkeit generierte Beschreibung">
            <a:extLst>
              <a:ext uri="{FF2B5EF4-FFF2-40B4-BE49-F238E27FC236}">
                <a16:creationId xmlns:a16="http://schemas.microsoft.com/office/drawing/2014/main" id="{BF6B2EA4-A7DF-477E-A555-153DA86B23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9094" y="6044400"/>
            <a:ext cx="2910019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1686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926CE-F9EE-BF3D-2A2E-1911B5493F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DAD42-091A-D2B5-BD4F-7F527F7EB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F306EB-FB49-CB5A-8484-EA061946B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5A80C-4252-4477-8AC9-3985050A38FC}" type="datetimeFigureOut">
              <a:rPr lang="en-DE" smtClean="0"/>
              <a:t>14/05/2026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3B4696-78C0-B4B7-5964-9B824CCAB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8F26C3-C462-BC2E-D9FC-F48B796A0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4D59F-9EAF-44A0-9EC7-CCBBDCCFF17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9842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8CBF0E6-97C3-473E-A6E8-CB800563BB33}"/>
              </a:ext>
            </a:extLst>
          </p:cNvPr>
          <p:cNvSpPr txBox="1">
            <a:spLocks/>
          </p:cNvSpPr>
          <p:nvPr/>
        </p:nvSpPr>
        <p:spPr>
          <a:xfrm>
            <a:off x="1195388" y="6227763"/>
            <a:ext cx="7002462" cy="630237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de-DE" altLang="de-DE" sz="900">
                <a:solidFill>
                  <a:schemeClr val="tx2"/>
                </a:solidFill>
              </a:rPr>
              <a:t>Titel der Präsentation  |  Name des Vortragenden  |  Organisationseinheit  |  00.00.2000  |  Die Fußzeile bietet Platz für einen Text über 3 Zeilen  |  Die Fußzeile bietet Platz für einen Text über 3 Zeilen  |  Die Fußzeile bietet Platz für 3 Zeilen  |  Die Fußzeile bietet Platz für 3 Zeilen  |  Die Fußzeile bietet Platz für 3 Zeilen  |  Die Fußzeile bietet Platz für 3 Zeilen</a:t>
            </a:r>
          </a:p>
          <a:p>
            <a:pPr eaLnBrk="1" hangingPunct="1">
              <a:defRPr/>
            </a:pPr>
            <a:endParaRPr lang="de-DE" altLang="de-DE" sz="900">
              <a:solidFill>
                <a:schemeClr val="tx2"/>
              </a:solidFill>
            </a:endParaRP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03F14107-F8A8-4432-ADBA-17617EB7E0D5}"/>
              </a:ext>
            </a:extLst>
          </p:cNvPr>
          <p:cNvCxnSpPr/>
          <p:nvPr/>
        </p:nvCxnSpPr>
        <p:spPr>
          <a:xfrm>
            <a:off x="360363" y="81438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A4433757-720D-4347-908D-4390B2080B31}"/>
              </a:ext>
            </a:extLst>
          </p:cNvPr>
          <p:cNvCxnSpPr/>
          <p:nvPr/>
        </p:nvCxnSpPr>
        <p:spPr>
          <a:xfrm>
            <a:off x="360363" y="604043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0" name="Textfeld 6">
            <a:extLst>
              <a:ext uri="{FF2B5EF4-FFF2-40B4-BE49-F238E27FC236}">
                <a16:creationId xmlns:a16="http://schemas.microsoft.com/office/drawing/2014/main" id="{1EFD7C95-1B86-405C-AB6F-F43FD0AF22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784350" y="5073650"/>
            <a:ext cx="1668462" cy="178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de-DE" altLang="de-DE" sz="1000" b="1"/>
              <a:t>Fußzeile anpassen:</a:t>
            </a:r>
            <a:endParaRPr lang="de-DE" altLang="de-DE" sz="1000"/>
          </a:p>
          <a:p>
            <a:pPr eaLnBrk="1" hangingPunct="1">
              <a:defRPr/>
            </a:pPr>
            <a:r>
              <a:rPr lang="de-DE" altLang="de-DE" sz="1000"/>
              <a:t>Zum Anpassen der Fußzeile unter Karteireiter Ansicht &gt; auf Folienmaster klicken. Links in der Übersicht auf die oberste Folie scrollen und dort in die Fußzeile klicken. So wird der Text automatisch auf allen Seiten angepasst.</a:t>
            </a:r>
            <a:endParaRPr lang="de-DE" altLang="de-DE" sz="1000" b="1"/>
          </a:p>
        </p:txBody>
      </p:sp>
      <p:sp>
        <p:nvSpPr>
          <p:cNvPr id="1031" name="Textfeld 13">
            <a:extLst>
              <a:ext uri="{FF2B5EF4-FFF2-40B4-BE49-F238E27FC236}">
                <a16:creationId xmlns:a16="http://schemas.microsoft.com/office/drawing/2014/main" id="{6F5E163A-F32F-4307-A238-CBCE094AFD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363" y="6227763"/>
            <a:ext cx="730250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D96AFAB6-A7B6-45C5-B5AC-8B3CADFAAA85}" type="slidenum">
              <a:rPr lang="de-DE" altLang="de-DE" sz="900">
                <a:solidFill>
                  <a:schemeClr val="tx2"/>
                </a:solidFill>
              </a:rPr>
              <a:pPr eaLnBrk="1" hangingPunct="1"/>
              <a:t>‹#›</a:t>
            </a:fld>
            <a:endParaRPr lang="de-DE" altLang="de-DE" sz="900">
              <a:solidFill>
                <a:schemeClr val="tx2"/>
              </a:solidFill>
            </a:endParaRPr>
          </a:p>
        </p:txBody>
      </p:sp>
      <p:pic>
        <p:nvPicPr>
          <p:cNvPr id="3" name="Grafik 2" descr="Ein Bild, das Objekt enthält.&#10;&#10;Mit hoher Zuverlässigkeit generierte Beschreibung">
            <a:extLst>
              <a:ext uri="{FF2B5EF4-FFF2-40B4-BE49-F238E27FC236}">
                <a16:creationId xmlns:a16="http://schemas.microsoft.com/office/drawing/2014/main" id="{9A65EF06-F076-4140-B064-D92FFD5FE32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9094" y="6044400"/>
            <a:ext cx="2910019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212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2159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tabLst>
          <a:tab pos="215900" algn="l"/>
        </a:tabLst>
        <a:defRPr kern="12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marL="431800" indent="-215900" algn="l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Symbol" panose="05050102010706020507" pitchFamily="18" charset="2"/>
        <a:buChar char="-"/>
        <a:tabLst>
          <a:tab pos="4318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marL="6477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tabLst>
          <a:tab pos="6477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marL="8636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00000"/>
        <a:buFont typeface="Arial" panose="020B0604020202020204" pitchFamily="34" charset="0"/>
        <a:buChar char="-"/>
        <a:tabLst>
          <a:tab pos="8636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marL="863600" indent="-2159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-"/>
        <a:tabLst>
          <a:tab pos="89535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746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6341724-AA7A-7643-5484-DEFE07CABD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000" y="4737600"/>
            <a:ext cx="11484000" cy="540000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00E28D7B-B42A-D1A0-DA66-D1D2A84DFB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4000" y="5230801"/>
            <a:ext cx="11484000" cy="81281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205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9DEAE-3F61-CA6A-99AF-3573C7F72D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D1AC59-996D-7754-6721-65C2E887F0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50979771"/>
      </p:ext>
    </p:extLst>
  </p:cSld>
  <p:clrMapOvr>
    <a:masterClrMapping/>
  </p:clrMapOvr>
</p:sld>
</file>

<file path=ppt/theme/theme1.xml><?xml version="1.0" encoding="utf-8"?>
<a:theme xmlns:a="http://schemas.openxmlformats.org/drawingml/2006/main" name="Präsentation_Master_RWTH_Institute_16zu9">
  <a:themeElements>
    <a:clrScheme name="RWTH Farben">
      <a:dk1>
        <a:sysClr val="windowText" lastClr="000000"/>
      </a:dk1>
      <a:lt1>
        <a:sysClr val="window" lastClr="FFFFFF"/>
      </a:lt1>
      <a:dk2>
        <a:srgbClr val="00549F"/>
      </a:dk2>
      <a:lt2>
        <a:srgbClr val="8EBAE5"/>
      </a:lt2>
      <a:accent1>
        <a:srgbClr val="006165"/>
      </a:accent1>
      <a:accent2>
        <a:srgbClr val="0098A1"/>
      </a:accent2>
      <a:accent3>
        <a:srgbClr val="57AB27"/>
      </a:accent3>
      <a:accent4>
        <a:srgbClr val="BDCD00"/>
      </a:accent4>
      <a:accent5>
        <a:srgbClr val="F6A800"/>
      </a:accent5>
      <a:accent6>
        <a:srgbClr val="CC071E"/>
      </a:accent6>
      <a:hlink>
        <a:srgbClr val="612158"/>
      </a:hlink>
      <a:folHlink>
        <a:srgbClr val="7A6FAC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2" id="{825358FF-48E6-4ECE-8C04-78B1C1D59C9F}" vid="{DDEF5410-6062-43C4-A715-B78640DDFF8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Präsentation_Master_RWTH_OM_16zu9</Template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Symbol</vt:lpstr>
      <vt:lpstr>Wingdings</vt:lpstr>
      <vt:lpstr>Präsentation_Master_RWTH_Institute_16zu9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Tianyang Bai</dc:creator>
  <cp:lastModifiedBy>Tianyang Bai</cp:lastModifiedBy>
  <cp:revision>1</cp:revision>
  <dcterms:created xsi:type="dcterms:W3CDTF">2026-05-14T08:40:29Z</dcterms:created>
  <dcterms:modified xsi:type="dcterms:W3CDTF">2026-05-14T08:45:03Z</dcterms:modified>
</cp:coreProperties>
</file>